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Voxa is a voice-first AI assistant for real estate agents, on iPhone and iPad, powered by Grok: you just say it.
Sources: eriqbre/voxa-spec PR #232 (iPhone + iPad app). Screen: Simulator, Trusted friend conversation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an agent's week isn't selling: it's posts, open house prep, replies, feedback and follow-ups scattered across texts, email, calendar and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Voxa pulls out only what needs you today. Grok drafts; you decide. Nothing sends or posts without your tap.
The cards on the left are an illustration, not a screenshot. Sources: eriqbre/voxa-spec PRs #244/#245 (never posts on its own), #319 (staged events and reminders).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Watch: Voxa opens with a couple of ideas, pushes back when it should, and stages events and reminders you add with one tap, with Undo.
Sources: eriqbre/voxa-spec PRs #319/#320/#322 (Trusted friend).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short goals interview becomes a 90-day plan, and the drafts sound like you, with photos and sources. You tap to post; Voxa never posts on its own.
Sources: eriqbre/voxa-spec PRs #257/#276/#285 (goals interview, 90-day plan), #256 (learns voice), #244/#245 (AI posts with sources, never posts on its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about your inbox by voice. Grok tags each email to the listing it belongs to and summarizes documents, like contract highlights. Summaries are not legal advice.
Sources: eriqbre/voxa-spec PRs #316/#321 (mail tagging, document summaries).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Voxa remembers your preferences, and you can see, edit or forget any of them. Memory storage is off until you turn it on.
Sources: eriqbre/voxa-spec PRs #319/#320/#322 (memory, privacy off by default).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design preview, not shipped: a Home screen with everything that needs you today, plus open house and showing workflows. Prototype screens, example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steps: you speak, Grok does the work, you approve. What you say is sent to xAI so Grok can reply.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Scan to join the waitlist at eriqbre.github.io/voxa-site, and ask me for a demo.
QR decodes to https://eriqbre.github.io/voxa-site/ (verified).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2" Type="http://schemas.openxmlformats.org/officeDocument/2006/relationships/hyperlink" Target="https://eriqbre.github.io/voxa-site/" TargetMode="External"/><Relationship Id="rId1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457200"/>
            <a:ext cx="5010912" cy="5943600"/>
          </a:xfrm>
          <a:prstGeom prst="roundRect">
            <a:avLst>
              <a:gd name="adj" fmla="val 6387"/>
            </a:avLst>
          </a:prstGeom>
          <a:solidFill>
            <a:srgbClr val="0F5A4F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1097280"/>
            <a:ext cx="3474720" cy="3474720"/>
          </a:xfrm>
          <a:prstGeom prst="ellipse">
            <a:avLst/>
          </a:prstGeom>
          <a:solidFill>
            <a:srgbClr val="137565"/>
          </a:solidFill>
          <a:ln/>
        </p:spPr>
      </p:sp>
      <p:pic>
        <p:nvPicPr>
          <p:cNvPr id="4" name="Image 0" descr="/workspace/slides/voxa-pitch-CTbDK0/assets/ph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8684" y="594360"/>
            <a:ext cx="2935224" cy="5669280"/>
          </a:xfrm>
          <a:prstGeom prst="rect">
            <a:avLst/>
          </a:prstGeom>
        </p:spPr>
      </p:pic>
      <p:pic>
        <p:nvPicPr>
          <p:cNvPr id="5" name="Image 1" descr="/workspace/slides/voxa-pitch-CTbDK0/assets/voxa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566928" cy="56692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371600" y="66751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685800" y="20574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Just say it.</a:t>
            </a:r>
            <a:endParaRPr lang="en-US" sz="6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 handles it.</a:t>
            </a:r>
            <a:endParaRPr lang="en-US" sz="6000" dirty="0"/>
          </a:p>
        </p:txBody>
      </p:sp>
      <p:sp>
        <p:nvSpPr>
          <p:cNvPr id="8" name="Text 4"/>
          <p:cNvSpPr/>
          <p:nvPr/>
        </p:nvSpPr>
        <p:spPr>
          <a:xfrm>
            <a:off x="685800" y="43434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voice-first AI assistant for real estate agents.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685800" y="534924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8680" y="5349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iPhone + iPad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834640" y="534924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017520" y="5349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Powered by Grok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/ 10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" y="16916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You're a realtor, not a marketing department.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85800" y="4069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work that needs you is buried across texts, email, calendar and social.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897880" y="1188720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117336" y="1371600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10" name="Text 7"/>
          <p:cNvSpPr/>
          <p:nvPr/>
        </p:nvSpPr>
        <p:spPr>
          <a:xfrm>
            <a:off x="6117336" y="1371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793992" y="1188720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Daily posts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0195560" y="1188720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Social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897880" y="2231136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117336" y="2414016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15" name="Text 12"/>
          <p:cNvSpPr/>
          <p:nvPr/>
        </p:nvSpPr>
        <p:spPr>
          <a:xfrm>
            <a:off x="6117336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793992" y="2231136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 house prep and follow-up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10195560" y="2231136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Calendar + texts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897880" y="3273552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117336" y="3456432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20" name="Text 17"/>
          <p:cNvSpPr/>
          <p:nvPr/>
        </p:nvSpPr>
        <p:spPr>
          <a:xfrm>
            <a:off x="6117336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793992" y="3273552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Email replies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10195560" y="3273552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Email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897880" y="4315968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117336" y="4498848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25" name="Text 22"/>
          <p:cNvSpPr/>
          <p:nvPr/>
        </p:nvSpPr>
        <p:spPr>
          <a:xfrm>
            <a:off x="6117336" y="4498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793992" y="4315968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Showing feedback</a:t>
            </a:r>
            <a:endParaRPr lang="en-US" sz="1650" dirty="0"/>
          </a:p>
        </p:txBody>
      </p:sp>
      <p:sp>
        <p:nvSpPr>
          <p:cNvPr id="27" name="Text 24"/>
          <p:cNvSpPr/>
          <p:nvPr/>
        </p:nvSpPr>
        <p:spPr>
          <a:xfrm>
            <a:off x="10195560" y="4315968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Texts + email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97880" y="5358384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117336" y="5541264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30" name="Text 27"/>
          <p:cNvSpPr/>
          <p:nvPr/>
        </p:nvSpPr>
        <p:spPr>
          <a:xfrm>
            <a:off x="6117336" y="5541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793992" y="5358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Staying in front of past clients</a:t>
            </a:r>
            <a:endParaRPr lang="en-US" sz="1650" dirty="0"/>
          </a:p>
        </p:txBody>
      </p:sp>
      <p:sp>
        <p:nvSpPr>
          <p:cNvPr id="32" name="Text 29"/>
          <p:cNvSpPr/>
          <p:nvPr/>
        </p:nvSpPr>
        <p:spPr>
          <a:xfrm>
            <a:off x="10195560" y="5358384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Everywhere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/ 10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8640" y="1051560"/>
            <a:ext cx="5669280" cy="5257800"/>
          </a:xfrm>
          <a:prstGeom prst="roundRect">
            <a:avLst>
              <a:gd name="adj" fmla="val 6087"/>
            </a:avLst>
          </a:prstGeom>
          <a:solidFill>
            <a:srgbClr val="E3F1EC"/>
          </a:solidFill>
          <a:ln/>
        </p:spPr>
      </p:sp>
      <p:sp>
        <p:nvSpPr>
          <p:cNvPr id="6" name="Text 3"/>
          <p:cNvSpPr/>
          <p:nvPr/>
        </p:nvSpPr>
        <p:spPr>
          <a:xfrm>
            <a:off x="96012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TODAY  ·  3 NEED YOU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960120" y="1828800"/>
            <a:ext cx="4846320" cy="13258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234440" y="2011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 for Saturday’s open house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34440" y="23591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Grok drafted it in your voice.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234440" y="271576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/>
        </p:spPr>
      </p:sp>
      <p:sp>
        <p:nvSpPr>
          <p:cNvPr id="11" name="Text 8"/>
          <p:cNvSpPr/>
          <p:nvPr/>
        </p:nvSpPr>
        <p:spPr>
          <a:xfrm>
            <a:off x="1234440" y="271576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Review draft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60120" y="3291840"/>
            <a:ext cx="4846320" cy="13258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1234440" y="3474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Reply to a buyer’s agent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34440" y="382219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draft reply is ready.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234440" y="417880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/>
        </p:spPr>
      </p:sp>
      <p:sp>
        <p:nvSpPr>
          <p:cNvPr id="16" name="Text 13"/>
          <p:cNvSpPr/>
          <p:nvPr/>
        </p:nvSpPr>
        <p:spPr>
          <a:xfrm>
            <a:off x="1234440" y="4178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Review reply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60120" y="4754880"/>
            <a:ext cx="4846320" cy="13258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1234440" y="4937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the photographer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234440" y="528523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Staged as a reminder for 10 AM.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234440" y="564184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/>
        </p:spPr>
      </p:sp>
      <p:sp>
        <p:nvSpPr>
          <p:cNvPr id="21" name="Text 18"/>
          <p:cNvSpPr/>
          <p:nvPr/>
        </p:nvSpPr>
        <p:spPr>
          <a:xfrm>
            <a:off x="1234440" y="564184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Add reminder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812280" y="1463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IDEA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812280" y="182880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 puts in front of you only what needs you today.</a:t>
            </a:r>
            <a:endParaRPr lang="en-US" sz="3800" dirty="0"/>
          </a:p>
        </p:txBody>
      </p:sp>
      <p:sp>
        <p:nvSpPr>
          <p:cNvPr id="24" name="Text 21"/>
          <p:cNvSpPr/>
          <p:nvPr/>
        </p:nvSpPr>
        <p:spPr>
          <a:xfrm>
            <a:off x="6812280" y="4069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Grok drafts. You decide.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6812280" y="4983480"/>
            <a:ext cx="46634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903720" y="5120640"/>
            <a:ext cx="274320" cy="27432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27" name="Text 24"/>
          <p:cNvSpPr/>
          <p:nvPr/>
        </p:nvSpPr>
        <p:spPr>
          <a:xfrm>
            <a:off x="6903720" y="5120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269480" y="49834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Nothing sends or posts without your tap.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/ 10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188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TRUSTED FRIEND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" y="15544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Talk it through.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548640" y="2697480"/>
            <a:ext cx="7680960" cy="3429000"/>
          </a:xfrm>
          <a:prstGeom prst="roundRect">
            <a:avLst>
              <a:gd name="adj" fmla="val 8000"/>
            </a:avLst>
          </a:prstGeom>
          <a:solidFill>
            <a:srgbClr val="E3F1EC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3063240"/>
            <a:ext cx="384048" cy="384048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508760" y="301752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Voxa speaks first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508760" y="343814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opens with 2–3 ideas for your day.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914400" y="4069080"/>
            <a:ext cx="384048" cy="384048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1508760" y="402336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pushes back honestly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1508760" y="444398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If a plan won’t work, it says so.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384048" cy="384048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508760" y="502920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stages the details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1508760" y="544982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Calendar events and reminders you add with one tap, with Undo.</a:t>
            </a:r>
            <a:endParaRPr lang="en-US" sz="1600" dirty="0"/>
          </a:p>
        </p:txBody>
      </p:sp>
      <p:sp>
        <p:nvSpPr>
          <p:cNvPr id="20" name="VIDEO_SLOT Demo 1"/>
          <p:cNvSpPr/>
          <p:nvPr/>
        </p:nvSpPr>
        <p:spPr>
          <a:xfrm>
            <a:off x="8915400" y="868680"/>
            <a:ext cx="2574036" cy="5577840"/>
          </a:xfrm>
          <a:prstGeom prst="roundRect">
            <a:avLst>
              <a:gd name="adj" fmla="val 14920"/>
            </a:avLst>
          </a:prstGeom>
          <a:solidFill>
            <a:srgbClr val="10201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9006840" y="960120"/>
            <a:ext cx="2391156" cy="5394960"/>
          </a:xfrm>
          <a:prstGeom prst="roundRect">
            <a:avLst>
              <a:gd name="adj" fmla="val 13002"/>
            </a:avLst>
          </a:prstGeom>
          <a:solidFill>
            <a:srgbClr val="E3F1EC"/>
          </a:solidFill>
          <a:ln/>
        </p:spPr>
      </p:sp>
      <p:sp>
        <p:nvSpPr>
          <p:cNvPr id="22" name="Shape 19"/>
          <p:cNvSpPr/>
          <p:nvPr/>
        </p:nvSpPr>
        <p:spPr>
          <a:xfrm>
            <a:off x="9790938" y="105156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10201C"/>
          </a:solidFill>
          <a:ln/>
        </p:spPr>
      </p:sp>
      <p:sp>
        <p:nvSpPr>
          <p:cNvPr id="23" name="Shape 20"/>
          <p:cNvSpPr/>
          <p:nvPr/>
        </p:nvSpPr>
        <p:spPr>
          <a:xfrm>
            <a:off x="9790938" y="2971800"/>
            <a:ext cx="822960" cy="82296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24" name="Shape 21"/>
          <p:cNvSpPr/>
          <p:nvPr/>
        </p:nvSpPr>
        <p:spPr>
          <a:xfrm rot="5400000">
            <a:off x="10083546" y="3218688"/>
            <a:ext cx="329184" cy="329184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574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Demo 1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8915400" y="4434840"/>
            <a:ext cx="2574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Video plays here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/ 10</a:t>
            </a:r>
            <a:endParaRPr lang="en-US" sz="1100" dirty="0"/>
          </a:p>
        </p:txBody>
      </p:sp>
      <p:sp>
        <p:nvSpPr>
          <p:cNvPr id="5" name="VIDEO_SLOT Demo 2"/>
          <p:cNvSpPr/>
          <p:nvPr/>
        </p:nvSpPr>
        <p:spPr>
          <a:xfrm>
            <a:off x="777240" y="868680"/>
            <a:ext cx="2574036" cy="5577840"/>
          </a:xfrm>
          <a:prstGeom prst="roundRect">
            <a:avLst>
              <a:gd name="adj" fmla="val 14920"/>
            </a:avLst>
          </a:prstGeom>
          <a:solidFill>
            <a:srgbClr val="10201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960120"/>
            <a:ext cx="2391156" cy="5394960"/>
          </a:xfrm>
          <a:prstGeom prst="roundRect">
            <a:avLst>
              <a:gd name="adj" fmla="val 13002"/>
            </a:avLst>
          </a:prstGeom>
          <a:solidFill>
            <a:srgbClr val="E3F1EC"/>
          </a:solidFill>
          <a:ln/>
        </p:spPr>
      </p:sp>
      <p:sp>
        <p:nvSpPr>
          <p:cNvPr id="7" name="Shape 4"/>
          <p:cNvSpPr/>
          <p:nvPr/>
        </p:nvSpPr>
        <p:spPr>
          <a:xfrm>
            <a:off x="1652778" y="105156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10201C"/>
          </a:solidFill>
          <a:ln/>
        </p:spPr>
      </p:sp>
      <p:sp>
        <p:nvSpPr>
          <p:cNvPr id="8" name="Shape 5"/>
          <p:cNvSpPr/>
          <p:nvPr/>
        </p:nvSpPr>
        <p:spPr>
          <a:xfrm>
            <a:off x="1652778" y="2971800"/>
            <a:ext cx="822960" cy="82296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9" name="Shape 6"/>
          <p:cNvSpPr/>
          <p:nvPr/>
        </p:nvSpPr>
        <p:spPr>
          <a:xfrm rot="5400000">
            <a:off x="1945386" y="3218688"/>
            <a:ext cx="329184" cy="329184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3977640"/>
            <a:ext cx="2574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Demo 2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77240" y="4434840"/>
            <a:ext cx="2574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Video plays here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MARKETING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206240" y="1371600"/>
            <a:ext cx="7406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90-day marketing plan, and posts in your voice.</a:t>
            </a:r>
            <a:endParaRPr lang="en-US" sz="3600" dirty="0"/>
          </a:p>
        </p:txBody>
      </p:sp>
      <p:sp>
        <p:nvSpPr>
          <p:cNvPr id="14" name="Shape 11"/>
          <p:cNvSpPr/>
          <p:nvPr/>
        </p:nvSpPr>
        <p:spPr>
          <a:xfrm>
            <a:off x="4462272" y="2926080"/>
            <a:ext cx="0" cy="2240280"/>
          </a:xfrm>
          <a:prstGeom prst="line">
            <a:avLst/>
          </a:prstGeom>
          <a:noFill/>
          <a:ln w="25400">
            <a:solidFill>
              <a:srgbClr val="DBE6E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06240" y="2697480"/>
            <a:ext cx="512064" cy="512064"/>
          </a:xfrm>
          <a:prstGeom prst="ellipse">
            <a:avLst/>
          </a:prstGeom>
          <a:solidFill>
            <a:srgbClr val="0F5A4F"/>
          </a:solidFill>
          <a:ln w="38100">
            <a:solidFill>
              <a:srgbClr val="F6F8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206240" y="2697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983480" y="26791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Goals interview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7726680" y="267919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short conversation about what you want.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206240" y="3447288"/>
            <a:ext cx="512064" cy="512064"/>
          </a:xfrm>
          <a:prstGeom prst="ellipse">
            <a:avLst/>
          </a:prstGeom>
          <a:solidFill>
            <a:srgbClr val="0F5A4F"/>
          </a:solidFill>
          <a:ln w="38100">
            <a:solidFill>
              <a:srgbClr val="F6F8F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06240" y="3447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49834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90-day plan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726680" y="34290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Voxa builds the plan from your answers.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4206240" y="4197096"/>
            <a:ext cx="512064" cy="512064"/>
          </a:xfrm>
          <a:prstGeom prst="ellipse">
            <a:avLst/>
          </a:prstGeom>
          <a:solidFill>
            <a:srgbClr val="0F5A4F"/>
          </a:solidFill>
          <a:ln w="38100">
            <a:solidFill>
              <a:srgbClr val="F6F8F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206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4983480" y="41788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Learns your voice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726680" y="417880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reads your past posts to sound like you.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206240" y="4946904"/>
            <a:ext cx="512064" cy="512064"/>
          </a:xfrm>
          <a:prstGeom prst="ellipse">
            <a:avLst/>
          </a:prstGeom>
          <a:solidFill>
            <a:srgbClr val="0F5A4F"/>
          </a:solidFill>
          <a:ln w="38100">
            <a:solidFill>
              <a:srgbClr val="F6F8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206240" y="4946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4983480" y="49286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Drafts with sources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726680" y="492861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photos, plus live research sources.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4206240" y="5852160"/>
            <a:ext cx="3566160" cy="502920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7680" y="5966460"/>
            <a:ext cx="274320" cy="274320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33" name="Text 30"/>
          <p:cNvSpPr/>
          <p:nvPr/>
        </p:nvSpPr>
        <p:spPr>
          <a:xfrm>
            <a:off x="4297680" y="59664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663440" y="5852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Posting is always your tap.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 / 10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188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EMAIL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" y="1554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Your inbox, by voice.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85800" y="2423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Ask what came in. Grok sorts it out.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685800" y="3246120"/>
            <a:ext cx="3657600" cy="2331720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005840" y="3566160"/>
            <a:ext cx="502920" cy="502920"/>
          </a:xfrm>
          <a:prstGeom prst="roundRect">
            <a:avLst>
              <a:gd name="adj" fmla="val 27273"/>
            </a:avLst>
          </a:prstGeom>
          <a:solidFill>
            <a:srgbClr val="E3F1EC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#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00584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Tagged to the listing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005840" y="46451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Grok tags each email to the listing it belongs to.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572000" y="3246120"/>
            <a:ext cx="3657600" cy="2331720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892040" y="3566160"/>
            <a:ext cx="502920" cy="502920"/>
          </a:xfrm>
          <a:prstGeom prst="roundRect">
            <a:avLst>
              <a:gd name="adj" fmla="val 27273"/>
            </a:avLst>
          </a:prstGeom>
          <a:solidFill>
            <a:srgbClr val="E3F1EC"/>
          </a:solidFill>
          <a:ln/>
        </p:spPr>
      </p:sp>
      <p:sp>
        <p:nvSpPr>
          <p:cNvPr id="15" name="Text 12"/>
          <p:cNvSpPr/>
          <p:nvPr/>
        </p:nvSpPr>
        <p:spPr>
          <a:xfrm>
            <a:off x="48920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§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89204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Documents, summarized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892040" y="46451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Quick summaries of attachments, like contract highlights.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85800" y="58521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Summaries help you read faster. They are not legal advice.</a:t>
            </a:r>
            <a:endParaRPr lang="en-US" sz="1300" dirty="0"/>
          </a:p>
        </p:txBody>
      </p:sp>
      <p:sp>
        <p:nvSpPr>
          <p:cNvPr id="19" name="VIDEO_SLOT Demo 3"/>
          <p:cNvSpPr/>
          <p:nvPr/>
        </p:nvSpPr>
        <p:spPr>
          <a:xfrm>
            <a:off x="8915400" y="868680"/>
            <a:ext cx="2574036" cy="5577840"/>
          </a:xfrm>
          <a:prstGeom prst="roundRect">
            <a:avLst>
              <a:gd name="adj" fmla="val 14920"/>
            </a:avLst>
          </a:prstGeom>
          <a:solidFill>
            <a:srgbClr val="10201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06840" y="960120"/>
            <a:ext cx="2391156" cy="5394960"/>
          </a:xfrm>
          <a:prstGeom prst="roundRect">
            <a:avLst>
              <a:gd name="adj" fmla="val 13002"/>
            </a:avLst>
          </a:prstGeom>
          <a:solidFill>
            <a:srgbClr val="E3F1EC"/>
          </a:solidFill>
          <a:ln/>
        </p:spPr>
      </p:sp>
      <p:sp>
        <p:nvSpPr>
          <p:cNvPr id="21" name="Shape 18"/>
          <p:cNvSpPr/>
          <p:nvPr/>
        </p:nvSpPr>
        <p:spPr>
          <a:xfrm>
            <a:off x="9790938" y="105156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10201C"/>
          </a:solidFill>
          <a:ln/>
        </p:spPr>
      </p:sp>
      <p:sp>
        <p:nvSpPr>
          <p:cNvPr id="22" name="Shape 19"/>
          <p:cNvSpPr/>
          <p:nvPr/>
        </p:nvSpPr>
        <p:spPr>
          <a:xfrm>
            <a:off x="9790938" y="2971800"/>
            <a:ext cx="822960" cy="82296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23" name="Shape 20"/>
          <p:cNvSpPr/>
          <p:nvPr/>
        </p:nvSpPr>
        <p:spPr>
          <a:xfrm rot="5400000">
            <a:off x="10083546" y="3218688"/>
            <a:ext cx="329184" cy="329184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8915400" y="3977640"/>
            <a:ext cx="2574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Demo 3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8915400" y="4434840"/>
            <a:ext cx="2574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Video plays here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 / 10</a:t>
            </a:r>
            <a:endParaRPr lang="en-US" sz="1100" dirty="0"/>
          </a:p>
        </p:txBody>
      </p:sp>
      <p:sp>
        <p:nvSpPr>
          <p:cNvPr id="5" name="VIDEO_SLOT Demo 4"/>
          <p:cNvSpPr/>
          <p:nvPr/>
        </p:nvSpPr>
        <p:spPr>
          <a:xfrm>
            <a:off x="777240" y="868680"/>
            <a:ext cx="2574036" cy="5577840"/>
          </a:xfrm>
          <a:prstGeom prst="roundRect">
            <a:avLst>
              <a:gd name="adj" fmla="val 14920"/>
            </a:avLst>
          </a:prstGeom>
          <a:solidFill>
            <a:srgbClr val="10201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960120"/>
            <a:ext cx="2391156" cy="5394960"/>
          </a:xfrm>
          <a:prstGeom prst="roundRect">
            <a:avLst>
              <a:gd name="adj" fmla="val 13002"/>
            </a:avLst>
          </a:prstGeom>
          <a:solidFill>
            <a:srgbClr val="E3F1EC"/>
          </a:solidFill>
          <a:ln/>
        </p:spPr>
      </p:sp>
      <p:sp>
        <p:nvSpPr>
          <p:cNvPr id="7" name="Shape 4"/>
          <p:cNvSpPr/>
          <p:nvPr/>
        </p:nvSpPr>
        <p:spPr>
          <a:xfrm>
            <a:off x="1652778" y="105156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10201C"/>
          </a:solidFill>
          <a:ln/>
        </p:spPr>
      </p:sp>
      <p:sp>
        <p:nvSpPr>
          <p:cNvPr id="8" name="Shape 5"/>
          <p:cNvSpPr/>
          <p:nvPr/>
        </p:nvSpPr>
        <p:spPr>
          <a:xfrm>
            <a:off x="1652778" y="2971800"/>
            <a:ext cx="822960" cy="82296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9" name="Shape 6"/>
          <p:cNvSpPr/>
          <p:nvPr/>
        </p:nvSpPr>
        <p:spPr>
          <a:xfrm rot="5400000">
            <a:off x="1945386" y="3218688"/>
            <a:ext cx="329184" cy="329184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3977640"/>
            <a:ext cx="2574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Demo 4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77240" y="4434840"/>
            <a:ext cx="2574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Video plays here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206240" y="1188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206240" y="1554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Voxa remembers.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4206240" y="242316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learns your preferences, like how you like your captions or when you take showings.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206240" y="3429000"/>
            <a:ext cx="2286000" cy="150876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80560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See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4480560" y="4206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preference, in one list.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693408" y="3429000"/>
            <a:ext cx="2286000" cy="150876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67728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Edit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6967728" y="4206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Change any of them.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9180576" y="3429000"/>
            <a:ext cx="2286000" cy="150876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454896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Forget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9454896" y="4206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Remove one, or all.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206240" y="5212080"/>
            <a:ext cx="7269480" cy="868680"/>
          </a:xfrm>
          <a:prstGeom prst="roundRect">
            <a:avLst>
              <a:gd name="adj" fmla="val 26316"/>
            </a:avLst>
          </a:prstGeom>
          <a:solidFill>
            <a:srgbClr val="0F5A4F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0" y="521208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 storage is off by default.  </a:t>
            </a:r>
            <a:r>
              <a:rPr lang="en-US" sz="1800" dirty="0">
                <a:solidFill>
                  <a:srgbClr val="CFE8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 turn it on.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 / 10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1143000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114300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7A5B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DESIGN PREVIEW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" y="17373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Coming next.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85800" y="26517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 shipped yet. These are prototype screens with example data.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" y="3767328"/>
            <a:ext cx="146304" cy="146304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3657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Home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Everything that needs you today.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13232" y="4590288"/>
            <a:ext cx="146304" cy="146304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12" name="Text 9"/>
          <p:cNvSpPr/>
          <p:nvPr/>
        </p:nvSpPr>
        <p:spPr>
          <a:xfrm>
            <a:off x="1005840" y="4480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 house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Prep and follow-up, on time.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13232" y="5413248"/>
            <a:ext cx="146304" cy="146304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5303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Showings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Check it off, with Undo.</a:t>
            </a:r>
            <a:endParaRPr lang="en-US" sz="1600" dirty="0"/>
          </a:p>
        </p:txBody>
      </p:sp>
      <p:pic>
        <p:nvPicPr>
          <p:cNvPr id="15" name="Image 1" descr="/workspace/slides/voxa-pitch-CTbDK0/assets/ph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005840"/>
            <a:ext cx="2487168" cy="462686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251960" y="58064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Home  ·  Design preview</a:t>
            </a:r>
            <a:endParaRPr lang="en-US" sz="1300" dirty="0"/>
          </a:p>
        </p:txBody>
      </p:sp>
      <p:pic>
        <p:nvPicPr>
          <p:cNvPr id="17" name="Image 2" descr="/workspace/slides/voxa-pitch-CTbDK0/assets/ph-openhou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005840"/>
            <a:ext cx="2487168" cy="462686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20840" y="58064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 house  ·  Design preview</a:t>
            </a:r>
            <a:endParaRPr lang="en-US" sz="1300" dirty="0"/>
          </a:p>
        </p:txBody>
      </p:sp>
      <p:pic>
        <p:nvPicPr>
          <p:cNvPr id="19" name="Image 3" descr="/workspace/slides/voxa-pitch-CTbDK0/assets/ph-showing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1005840"/>
            <a:ext cx="2487168" cy="46268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89720" y="58064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Showings  ·  Design preview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 / 10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05156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" y="137160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Speak. Grok works. You approve.</a:t>
            </a:r>
            <a:endParaRPr lang="en-US" sz="4200" dirty="0"/>
          </a:p>
        </p:txBody>
      </p:sp>
      <p:sp>
        <p:nvSpPr>
          <p:cNvPr id="7" name="Shape 4"/>
          <p:cNvSpPr/>
          <p:nvPr/>
        </p:nvSpPr>
        <p:spPr>
          <a:xfrm>
            <a:off x="1249528" y="2514600"/>
            <a:ext cx="2651760" cy="2651760"/>
          </a:xfrm>
          <a:prstGeom prst="ellipse">
            <a:avLst/>
          </a:prstGeom>
          <a:solidFill>
            <a:srgbClr val="0F5A4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249528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D6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49528" y="33832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Speak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1066648" y="53492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Tap the mic and say it the way you would say it.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02456" y="3657600"/>
            <a:ext cx="457200" cy="365760"/>
          </a:xfrm>
          <a:prstGeom prst="rightArrow">
            <a:avLst/>
          </a:prstGeom>
          <a:solidFill>
            <a:srgbClr val="1D9A84"/>
          </a:solidFill>
          <a:ln/>
        </p:spPr>
      </p:sp>
      <p:sp>
        <p:nvSpPr>
          <p:cNvPr id="12" name="Shape 9"/>
          <p:cNvSpPr/>
          <p:nvPr/>
        </p:nvSpPr>
        <p:spPr>
          <a:xfrm>
            <a:off x="4769968" y="2514600"/>
            <a:ext cx="2651760" cy="2651760"/>
          </a:xfrm>
          <a:prstGeom prst="ellipse">
            <a:avLst/>
          </a:prstGeom>
          <a:solidFill>
            <a:srgbClr val="E3F1E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769968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69968" y="33832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Grok works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4587088" y="53492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Drafts, research, sorting and reminders.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622896" y="3657600"/>
            <a:ext cx="457200" cy="365760"/>
          </a:xfrm>
          <a:prstGeom prst="rightArrow">
            <a:avLst/>
          </a:prstGeom>
          <a:solidFill>
            <a:srgbClr val="1D9A84"/>
          </a:solidFill>
          <a:ln/>
        </p:spPr>
      </p:sp>
      <p:sp>
        <p:nvSpPr>
          <p:cNvPr id="17" name="Shape 14"/>
          <p:cNvSpPr/>
          <p:nvPr/>
        </p:nvSpPr>
        <p:spPr>
          <a:xfrm>
            <a:off x="8290408" y="2514600"/>
            <a:ext cx="2651760" cy="2651760"/>
          </a:xfrm>
          <a:prstGeom prst="ellipse">
            <a:avLst/>
          </a:prstGeom>
          <a:solidFill>
            <a:srgbClr val="0F5A4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290408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D6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90408" y="33832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You approve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107528" y="53492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Nothing goes out until you tap.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85800" y="6199632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 you say is sent to xAI so Grok can reply.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66751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210312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Join the waitlist.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685800" y="35204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Scan the code, or visit</a:t>
            </a:r>
            <a:endParaRPr lang="en-US" sz="1900" dirty="0"/>
          </a:p>
        </p:txBody>
      </p:sp>
      <p:sp>
        <p:nvSpPr>
          <p:cNvPr id="6" name="Text 3">
            <a:hlinkClick r:id="rId2" tooltip=""/>
          </p:cNvPr>
          <p:cNvSpPr/>
          <p:nvPr/>
        </p:nvSpPr>
        <p:spPr>
          <a:xfrm>
            <a:off x="685800" y="393192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u="sng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eriqbre.github.io/voxa-site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85800" y="493776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084064"/>
            <a:ext cx="274320" cy="274320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5084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43000" y="49377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Ask Eriq for a demo.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726680" y="1325880"/>
            <a:ext cx="3840480" cy="42062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pic>
        <p:nvPicPr>
          <p:cNvPr id="12" name="Image 1" descr="/workspace/slides/voxa-pitch-CTbDK0/assets/q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645920"/>
            <a:ext cx="3108960" cy="31089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26680" y="48463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Voxa waitlist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raunce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Voxa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Voxa: Just say it. Voxa handles it.</dc:title>
  <dc:subject>PptxGenJS Presentation</dc:subject>
  <dc:creator>Eriq Breland</dc:creator>
  <cp:lastModifiedBy>Eriq Breland</cp:lastModifiedBy>
  <cp:revision>1</cp:revision>
  <dcterms:created xsi:type="dcterms:W3CDTF">2026-10-20T18:17:33Z</dcterms:created>
  <dcterms:modified xsi:type="dcterms:W3CDTF">2026-10-20T18:17:33Z</dcterms:modified>
</cp:coreProperties>
</file>